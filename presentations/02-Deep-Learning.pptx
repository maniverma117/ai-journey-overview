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97280" cy="109728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F172A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9728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92608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CC"/>
                </a:solidFill>
              </a:defRPr>
            </a:pPr>
            <a:r>
              <a:t>Machines That Discover Their Own Features</a:t>
            </a:r>
            <a:br/>
            <a:r>
              <a:t>From pixels to patterns — automatically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3657600" cy="2743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99999"/>
                </a:solidFill>
              </a:defRPr>
            </a:pPr>
            <a:r>
              <a:t>THE COMPLETE JOURNEY OF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Problem: Feature Engineering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Machine Learning required HUMANS to define features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For images (100x100 = 10,000 pixels):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Human must manually decide: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• 'Look at edge count'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• 'Look at color histogram'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• 'Look at texture patterns'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DEEP LEARNING'S BREAKTHROUGH: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The model discovers features BY ITSELF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Not just learns weights — learns WHAT TO LOOK 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What is a Neuron?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A neuron is a tiny calculator: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Inputs: X1, X2, X3, X4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Weights: W1, W2, W3, W4 (learned)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Calculation: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Sum = X1×W1 + X2×W2 + X3×W3 + X4×W4 + Bias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Output = Activation(Sum)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Activation functions add non-linearity: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ReLU: if input &gt; 0 → keep it, else → 0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GELU: Smooth version (used in GPT/Transformers)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Stacking Layers: Where 'Deep' Comes From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87828" y="1828800"/>
            <a:ext cx="1676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E676"/>
                </a:solidFill>
              </a:defRPr>
            </a:pPr>
            <a:r>
              <a:t>PIXELS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Raw input</a:t>
            </a:r>
            <a:br/>
            <a:r>
              <a:t>numbers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309948" y="2331720"/>
            <a:ext cx="39188" cy="36576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94857" y="1828800"/>
            <a:ext cx="1676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E676"/>
                </a:solidFill>
              </a:defRPr>
            </a:pPr>
            <a:r>
              <a:t>LAYER 1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Finds edges,</a:t>
            </a:r>
            <a:br/>
            <a:r>
              <a:t>gradients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16977" y="2331720"/>
            <a:ext cx="39188" cy="36576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1885" y="1828800"/>
            <a:ext cx="1676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E676"/>
                </a:solidFill>
              </a:defRPr>
            </a:pPr>
            <a:r>
              <a:t>LAYER 2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Corners,</a:t>
            </a:r>
            <a:br/>
            <a:r>
              <a:t>curves, circles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24005" y="2331720"/>
            <a:ext cx="39188" cy="36576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08914" y="1828800"/>
            <a:ext cx="1676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E676"/>
                </a:solidFill>
              </a:defRPr>
            </a:pPr>
            <a:r>
              <a:t>LAYER 3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Eyes, ears,</a:t>
            </a:r>
            <a:br/>
            <a:r>
              <a:t>wheels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31034" y="2331720"/>
            <a:ext cx="39188" cy="36576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5942" y="1828800"/>
            <a:ext cx="1676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E676"/>
                </a:solidFill>
              </a:defRPr>
            </a:pPr>
            <a:r>
              <a:t>LAYER 4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Faces, cars,</a:t>
            </a:r>
            <a:br/>
            <a:r>
              <a:t>buildings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538062" y="2331720"/>
            <a:ext cx="39188" cy="36576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22971" y="1828800"/>
            <a:ext cx="1676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E676"/>
                </a:solidFill>
              </a:defRPr>
            </a:pPr>
            <a:r>
              <a:t>OUTPUT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Cat / Dog /</a:t>
            </a:r>
            <a:br/>
            <a:r>
              <a:t>Car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Training: Backpropagation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FORWARD PASS: Input → Layers → Prediction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Example: Image → 'Dog' (70% confidence)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Actual: 'Cat' — WRONG!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CALCULATE LOSS: How wrong was the prediction?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BACKPROPAGATION: Trace error backward through layers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'Which of my MILLIONS of weights caused this mistake?'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Adjust every weight slightly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REPEAT: Show 1,000,000 images → Adjust each time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Eventually: 99%+ accuracy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Why GPUs Changed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Each neuron does simple math (multiply + add)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But there are MILLIONS of neurons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CPU: Does calculations one at a time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1+1, then 2+2, then 3+3...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GPU: Does THOUSANDS simultaneously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1+1, 2+2, 3+3, 4+4... ALL AT ONCE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This is why NVIDIA became a trillion-dollar company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Deep Learning needs massive parallel math → GPUs provide 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Scale of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Simple ML model:           4 weights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Small neural network:      100,000 parameters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Image Recognition:         25,000,000 parameters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GPT-2:                     1,500,000,000 parameters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GPT-3:                     175,000,000,000 parameters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Llama 3 405B:              405,000,000,000 parameters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Every parameter = one number the model learned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More parameters = more capacity for complex patterns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(but also needs more data and compute)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Limitation → Leads to Transformers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Deep Learning excels at: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✅ Images (all pixels processed together)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✅ Fixed-size inputs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But struggles with LANGUAGE: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'The cat sat on the mat because IT was tired'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What does 'it' refer to? Cat or mat?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RNNs process word-by-word → forget distant context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By word 50, word 1 is mostly forgotten!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NEXT: What if every word could attend to every other word?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1.  Deep Learning removes manual feature engineering — model discovers features itself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2.  Stacking layers builds: simple patterns → complex concepts → final prediction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3.  Backpropagation traces errors back and adjusts millions of weights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4.  GPUs enabled deep learning by providing massive parallel computation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5.  More parameters = more capacity (but needs more data &amp; compute)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6.  The limitation: struggled with long-range relationships in sequences (text)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