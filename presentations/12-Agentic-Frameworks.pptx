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Agentic AI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Building Blocks for AI Applications</a:t>
            </a:r>
            <a:br/>
            <a:r>
              <a:t>LangChain • LangGraph • CrewAI • AutoGen • Strands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Framework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LangChain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Swiss army knife</a:t>
            </a:r>
            <a:br/>
            <a:r>
              <a:t>Broad integrations,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LangGraph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Stateful graphs</a:t>
            </a:r>
            <a:br/>
            <a:r>
              <a:t>Complex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CrewAI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Multi-agent teams</a:t>
            </a:r>
            <a:br/>
            <a:r>
              <a:t>Role-based crews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AutoGen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Agent conversations</a:t>
            </a:r>
            <a:br/>
            <a:r>
              <a:t>Event-driven, distributed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Strands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Model-driven SDK</a:t>
            </a:r>
            <a:br/>
            <a:r>
              <a:t>AWS-friendly, MCP built-in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999999"/>
                </a:solidFill>
              </a:defRPr>
            </a:pPr>
            <a:r>
              <a:t>Direct Code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No framework</a:t>
            </a:r>
            <a:br/>
            <a:r>
              <a:t>SDK calls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99999"/>
                </a:solidFill>
              </a:defRPr>
            </a:pPr>
            <a:r>
              <a:t>Choose based on: workflow complexity, state needs, multi-agent need, team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When Framework vs No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USE A FRAMEWORK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Complex multi-step workflows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Need RAG + tools + memory together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Standard patterns (chatbot, agent)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Team wants faster development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Need built-in tracing/evaluation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USE DIRECT CODE / WORKFLOW ENGINE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1-2 simple LLM calls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Maximum control needed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Minimal dependencies desired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Fixed, known steps (use Step Functions)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Performance-critical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Framework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LangChain → Quick start, broad integrations, standard patterns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Best for: Prototypes, RAG apps, simple agents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LangGraph → Explicit state, graphs, pause/resume, human-in-loop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Best for: Complex workflows, approvals, long-running tasks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CrewAI → Role-based agents with tasks and delegation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Best for: Team decomposition, collaborative outputs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AutoGen → Message-passing, event-driven multi-agent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Best for: Distributed agents, debates, research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Strands → Simple SDK, any model, MCP support, AWS telemetry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Best for: AWS environments, minimal abstraction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Production Considerations (ALL Frameworks)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Regardless of framework choice, YOU own: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OBSERVABILITY: Traces, token usage, latency, cost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TESTING: Unit (tools), integration (tool+LLM), evaluation (quality)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SECURITY: Tool permissions, input validation, scope enforcement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COST CONTROL: Max tokens, max steps, budget per user/feature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No framework provides security, auth, or correctness.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Those are YOUR responsibility.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Frameworks save months of boilerplate — use for complex AI apps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LangChain for breadth, LangGraph for depth, CrewAI for teams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Sometimes NO framework is best — direct SDK for simple cases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Frameworks don't provide security or correctness — you own those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Choose based on workflow type, not popularity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All frameworks evolving rapidly — evaluate current state before committing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