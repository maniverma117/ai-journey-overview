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97280" cy="109728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0F172A"/>
                </a:solidFill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097280"/>
            <a:ext cx="8686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Prompt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926080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CCCCC"/>
                </a:solidFill>
              </a:defRPr>
            </a:pPr>
            <a:r>
              <a:t>The Art of Talking to AI</a:t>
            </a:r>
            <a:br/>
            <a:r>
              <a:t>Same model — wildly different results based on how you ask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17920"/>
            <a:ext cx="3657600" cy="274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99999"/>
                </a:solidFill>
              </a:defRPr>
            </a:pPr>
            <a:r>
              <a:t>THE COMPLETE JOURNEY OF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Why Prompting Matters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303520" cy="5029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4846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D700"/>
                </a:solidFill>
              </a:defRPr>
            </a:pPr>
            <a:r>
              <a:t>BAD Prompts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'Tell me about Python'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(Gets snake essay or language — ambiguous)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'Write code for a website'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(Too vague — what kind?)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'Fix this error'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(No context — impossible)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'Make it better'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(Better HOW?)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303520" cy="5029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554480"/>
            <a:ext cx="4846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E676"/>
                </a:solidFill>
              </a:defRPr>
            </a:pPr>
            <a:r>
              <a:t>GOOD Prompts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'Explain Python programming language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for someone who knows JavaScript'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'Write a Flask REST API endpoint that...'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(Specific framework, specific behavior)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'I'm running FastAPI on Lambda, error is...'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(Context + constraints)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'Reduce time complexity from O(n²) to O(n)'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(Measurable success criteria)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274320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Core Techniques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1. BE SPECIFIC — Remove ambiguity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What format? What length? What audience?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2. PROVIDE CONTEXT — Background information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Environment, constraints, what you've tried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3. SPECIFY FORMAT — How you want the answer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Table, JSON, bullet points, code block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4. FEW-SHOT EXAMPLES — Show the pattern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Input → Output examples, then new input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5. CHAIN OF THOUGHT — Force step-by-step reasoning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'Solve step by step. Show reasoning before answer.'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274320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Message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Modern LLMs use role-based messages: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SYSTEM MESSAGE (behavior &amp; rules):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'You are a senior Python developer...'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'Never use deprecated libraries...'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USER MESSAGE (the request):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'Write a function that validates emails'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ASSISTANT MESSAGE (model response or pre-fill):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Can be pre-filled to guide response direction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System sets WHO the model is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User sets WHAT the model does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274320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Advanced: Prompt Chaining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Break complex tasks into sequential steps: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Step 1: 'Analyze this error log — list top 3 issues'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  → Output: [list of issues]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Step 2: 'For issue #1, propose 3 solutions ranked by effort'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  → Output: [ranked solutions]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Step 3: 'Write the implementation for Solution A'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  → Output: [actual code]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Each step uses previous output as input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More reliable than asking for everything in one prompt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2743200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Limitation → Leads to Context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Prompt Engineering is powerful but LIMITED: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What about long conversation history?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What about multiple documents to reference?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What about real-time data?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What about tool results?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What about different info for different users?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A single well-crafted prompt isn't enough.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You need to ENGINEER THE ENTIRE CONTEXT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the model receives from multiple sources.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NEXT: Context Engineering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D700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1.  Same model gives wildly different outputs based on prompt quality</a:t>
            </a:r>
          </a:p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2.  System messages set behavior; user messages set the task</a:t>
            </a:r>
          </a:p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3.  Specificity, examples, and format constraints dramatically improve results</a:t>
            </a:r>
          </a:p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4.  Chain of Thought forces reasoning and reduces errors</a:t>
            </a:r>
          </a:p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5.  Complex tasks should be broken into prompt chains</a:t>
            </a:r>
          </a:p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6.  Prompt engineering alone can't solve context limits or multi-source needs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