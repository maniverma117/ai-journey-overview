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97280" cy="109728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Harness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CC"/>
                </a:solidFill>
              </a:defRPr>
            </a:pPr>
            <a:r>
              <a:t>The System That Wraps the Model</a:t>
            </a:r>
            <a:br/>
            <a:r>
              <a:t>Auth, tools, retries, validation, logging — the real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3657600" cy="2743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99999"/>
                </a:solidFill>
              </a:defRPr>
            </a:pPr>
            <a:r>
              <a:t>THE COMPLETE JOURNEY OF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What the Harness Handles (That the LLM Cannot)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The LLM is an engine. The harness is the car.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✅ Authentication: WHO is asking?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✅ Authorization: WHAT are they allowed to access?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✅ Tool Execution: Run functions, validate results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✅ Error Handling: Retries, timeouts, fallbacks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✅ Output Validation: Schema check, PII redaction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✅ State Management: Conversation memory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✅ Cost Control: Token budgets, rate limiting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✅ Logging: Full audit trail of every action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Most AI failures are HARNESS failures, not model failures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Harness Architecture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600" y="1828800"/>
            <a:ext cx="20116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INPUT</a:t>
            </a:r>
            <a:br/>
            <a:r>
              <a:t>VALIDATE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Auth, format</a:t>
            </a:r>
            <a:br/>
            <a:r>
              <a:t>safety check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67000" y="2331720"/>
            <a:ext cx="60959" cy="36576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73680" y="1828800"/>
            <a:ext cx="20116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CONTEXT</a:t>
            </a:r>
            <a:br/>
            <a:r>
              <a:t>ASSEMBLY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History, docs,</a:t>
            </a:r>
            <a:br/>
            <a:r>
              <a:t>user data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31080" y="2331720"/>
            <a:ext cx="60959" cy="36576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37760" y="1828800"/>
            <a:ext cx="20116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LLM</a:t>
            </a:r>
            <a:br/>
            <a:r>
              <a:t>CALL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API with</a:t>
            </a:r>
            <a:br/>
            <a:r>
              <a:t>retry logic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995160" y="2331720"/>
            <a:ext cx="60959" cy="36576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01840" y="1828800"/>
            <a:ext cx="20116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RESPONSE</a:t>
            </a:r>
            <a:br/>
            <a:r>
              <a:t>PROCESS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Parse tools,</a:t>
            </a:r>
            <a:br/>
            <a:r>
              <a:t>validate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59240" y="2331720"/>
            <a:ext cx="60959" cy="365760"/>
          </a:xfrm>
          <a:prstGeom prst="rightArrow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65920" y="1828800"/>
            <a:ext cx="20116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OUTPUT</a:t>
            </a:r>
            <a:br/>
            <a:r>
              <a:t>DELIVER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Format, filter</a:t>
            </a:r>
            <a:br/>
            <a:r>
              <a:t>log, return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Harness vs Framework vs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676"/>
                </a:solidFill>
              </a:defRPr>
            </a:pPr>
            <a:r>
              <a:t>HARNESS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YOUR code that wraps the LLM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You write and own it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Input validation, auth, retries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Tool execution, logging, state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Can be simple or complex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55448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676"/>
                </a:solidFill>
              </a:defRPr>
            </a:pPr>
            <a:r>
              <a:t>FRAMEWORK / AGENT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Framework: Pre-built harness blocks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(LangChain, Strands — you configure)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Agent: Harness where LLM controls flow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(Model decides what to do next)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An agent IS a harness with autonomy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1.  The LLM is stateless — the harness provides state and agency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2.  Tool execution happens IN the harness, not in the model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3.  Most production AI failures are harness failures, not model failures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4.  Production harness needs: auth, validation, retries, logging, cost control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5.  Frameworks provide harness building blocks (use or build your own)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6.  Always validate both INPUT and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