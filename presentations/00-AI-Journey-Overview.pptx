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97280" cy="10972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Complete Journey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CC"/>
                </a:solidFill>
              </a:defRPr>
            </a:pPr>
            <a:r>
              <a:t>From Machine Learning to Agentic AI Platforms</a:t>
            </a:r>
            <a:br/>
            <a:r>
              <a:t>14-Part Progressive Learning Series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36576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99999"/>
                </a:solidFill>
              </a:defRPr>
            </a:pPr>
            <a:r>
              <a:t>THE COMPLETE JOURNEY OF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AI Evolution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1990s     Machine Learning — Learn patterns from data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2000s     Deep Learning — Discover features automatically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2017      Transformers — Attention mechanism for language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2018-19   Large Language Models — Scale + language mastery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2023      Prompt Engineering — Art of talking to AI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2024      Context Engineering — Assembling the right input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2024      Harness Engineering — System that wraps the model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2023      Tool Calling — Giving AI the ability to act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2024      AI Agents — Autonomous problem-solving loops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2024-25   MCP — Universal standard for AI-tool connections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2023      RAG — Private knowledge for AI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2024      Frameworks — Building blocks for AI apps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2025+     GUI Platforms — Visual AI app building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2025      AgentCore — Production infrastructure for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Each Step Solved the Previous 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Rules couldn't learn               → Machine Learning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ML couldn't handle complexity       → Deep Learning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DL couldn't understand context      → Transformers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Transformers needed scale           → Large Language Models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LLMs needed guidance                → Prompt Engineering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Single prompts weren't enough       → Context Engineering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Context needed orchestration        → Harness Engineering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LLMs couldn't act                   → Tool Calling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Tools needed autonomy               → AI Agents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Agents needed standards             → MCP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LLMs needed private knowledge       → RAG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Everything needed frameworks        → Agentic Frameworks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Engineers needed no-code            → GUI Platforms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Production needed infrastructure   → AgentCore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Modern AI Application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00D4FF"/>
                </a:solidFill>
              </a:defRPr>
            </a:pPr>
            <a:r>
              <a:t>USER</a:t>
            </a:r>
            <a:br/>
            <a:r>
              <a:t>INTERFACE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Chat, API, GUI</a:t>
            </a:r>
            <a:br/>
            <a:r>
              <a:t>builder, portal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HARNESS &amp;</a:t>
            </a:r>
            <a:br/>
            <a:r>
              <a:t>ORCHESTRATION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Auth, state, routing</a:t>
            </a:r>
            <a:br/>
            <a:r>
              <a:t>frameworks,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FF8C00"/>
                </a:solidFill>
              </a:defRPr>
            </a:pPr>
            <a:r>
              <a:t>LLM</a:t>
            </a:r>
            <a:br/>
            <a:r>
              <a:t>LAYER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GPT, Claude, Llama</a:t>
            </a:r>
            <a:br/>
            <a:r>
              <a:t>Prompt + context eng.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TOOLS &amp;</a:t>
            </a:r>
            <a:br/>
            <a:r>
              <a:t>MCP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External APIs, code</a:t>
            </a:r>
            <a:br/>
            <a:r>
              <a:t>execution, 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KNOWLEDGE</a:t>
            </a:r>
            <a:br/>
            <a:r>
              <a:t>(RAG)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Vector search, docs</a:t>
            </a:r>
            <a:br/>
            <a:r>
              <a:t>embeddings, citations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999999"/>
                </a:solidFill>
              </a:defRPr>
            </a:pPr>
            <a:r>
              <a:t>INFRASTRUCTURE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AgentCore, containers</a:t>
            </a:r>
            <a:br/>
            <a:r>
              <a:t>identity, observability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999999"/>
                </a:solidFill>
              </a:defRPr>
            </a:pPr>
            <a:r>
              <a:t>Every layer builds on the previous. Understanding the full stack = building production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Who Is This Series For?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Software Engineers wanting to understand AI deeply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Cloud Engineers moving into AI/ML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Students who want to learn AI the right way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Anyone tired of surface-level AI explanations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Teachers who want to explain AI progressively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PHILOSOPHY: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AI is not magic.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It's math, patterns, and engineering decisions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stacked on top of each other.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743200"/>
            <a:ext cx="210312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Let's Begin the Journey →</a:t>
            </a:r>
            <a:br/>
            <a:br/>
            <a:r>
              <a:t>Start with 01-Machine-Learning.pptx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