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RAG —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Retrieval-Augmented Generation</a:t>
            </a:r>
            <a:br/>
            <a:r>
              <a:t>Give the model YOUR documents without retraining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LLMs Don't Know Your Stuff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LLMs know public internet data. They do NOT know: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Your internal runbooks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Your customer documentation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Your codebase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Your policies and procedures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Anything after training cutoff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Without RAG: 'What's our failover procedure?'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→ Model HALLUCATES a made-up procedure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With RAG: Search real docs → Give to model → Accurate answer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→ Grounded in YOUR actual documents with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1: INGESTION (Offline — Prepare Knowledge)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DOCUMENTS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PDFs, wikis,</a:t>
            </a:r>
            <a:br/>
            <a:r>
              <a:t>code, runbooks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6700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368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PARSE &amp;</a:t>
            </a:r>
            <a:br/>
            <a:r>
              <a:t>CLEAN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Extract text,</a:t>
            </a:r>
            <a:br/>
            <a:r>
              <a:t>remove noise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3108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CHUNK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Split into</a:t>
            </a:r>
            <a:br/>
            <a:r>
              <a:t>meaningful pieces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516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0184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EMBED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Convert to</a:t>
            </a:r>
            <a:br/>
            <a:r>
              <a:t>vectors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924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6592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STORE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Vector</a:t>
            </a:r>
            <a:br/>
            <a: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2: QUERY (Online — Answer Questions)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QUESTION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User asks</a:t>
            </a:r>
            <a:br/>
            <a:r>
              <a:t>something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6700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368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EMBED</a:t>
            </a:r>
            <a:br/>
            <a:r>
              <a:t>QUERY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Convert to</a:t>
            </a:r>
            <a:br/>
            <a:r>
              <a:t>vector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3108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SEARCH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Find similar</a:t>
            </a:r>
            <a:br/>
            <a:r>
              <a:t>chunks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516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0184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CONTEXT</a:t>
            </a:r>
            <a:br/>
            <a:r>
              <a:t>ASSEMBLY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Add docs to</a:t>
            </a:r>
            <a:br/>
            <a:r>
              <a:t>LLM prompt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924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6592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GENERATE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LLM answers</a:t>
            </a:r>
            <a:br/>
            <a:r>
              <a:t>with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Chunking: The Most Critical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You can't feed a 200-page document to an LLM.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You split into CHUNKS — smaller, meaningful pieces.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BAD chunking (fixed size, no meaning):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'database. You should always back up be'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'fore making changes. Step 1: Connect to th'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(Words cut mid-sentence!)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GOOD chunking (semantic boundaries):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Chunk 1: 'Database Backup Procedure'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Chunk 2: 'Step 1: Connect to primary instance...'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Chunk 3: 'Step 2: Verify the backup...'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Strategies: by section, by paragraph, with overlap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Vector Search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Documents and questions become VECTORS (numbers).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Similar meaning = similar vectors = high similarity score.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Question: 'How do I handle database failover?'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Vector:   [0.18, -0.82, 0.41, ...]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Chunk: 'Database Failover Procedure'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Vector: [0.19, -0.80, 0.39, ...]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Similarity: 0.94 (very close!)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SEMANTIC SEARCH: Finds by MEANING, not just keywords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'What do I do when the DB goes down?'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→ Still finds 'Database Failover Procedure'!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Common RAG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1. BAD CHUNKING — Incomplete context, partial answers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Fix: Semantic boundaries + overlap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2. IRRELEVANT RETRIEVAL — Wrong docs, wrong answer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Fix: Better embeddings, metadata filters, re-ranking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3. STALE DATA — Index not updated after doc changes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Fix: Automated re-indexing pipeline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4. PERMISSION LEAKS — User sees unauthorized docs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Fix: Filter by permissions BEFORE retrieval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5. HALLUCINATION — Model ignores docs, makes up answer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Fix: 'Answer ONLY from documents' + low temperature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RAG gives LLMs private/current knowledge without retraining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Two phases: Ingestion (docs→vectors) and Query (search→context→answer)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Chunking strategy is the most impactful design decision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Hybrid search (vector + keyword) outperforms either alone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Permission-aware retrieval prevents data leaks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Always include citations — let users verify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