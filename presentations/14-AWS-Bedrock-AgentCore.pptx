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97280" cy="109728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F172A"/>
                </a:solidFill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9728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AWS Bedrock AgentCore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92608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CC"/>
                </a:solidFill>
              </a:defRPr>
            </a:pPr>
            <a:r>
              <a:t>Production Infrastructure for AI Agents</a:t>
            </a:r>
            <a:br/>
            <a:r>
              <a:t>Runtime • Identity • Gateway • Memory • Observability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36576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99999"/>
                </a:solidFill>
              </a:defRPr>
            </a:pPr>
            <a:r>
              <a:t>THE COMPLETE JOURNEY OF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The Problem: Demo → Production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Your agent works on your laptop. But production needs: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❌ Authentication — Who is calling?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❌ Authorization — What can they access?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❌ Credentials — How does agent call APIs securely?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❌ Hosting — Where does it run?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❌ Memory — How does it remember?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❌ Observability — What did it do?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❌ Scaling — How to handle load?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❌ Cost Control — How to prevent budget explosion?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AgentCore provides this INFRASTRUCTURE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You provide the LOGIC and BUSINESS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AgentCore Building Blocks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00D4FF"/>
                </a:solidFill>
              </a:defRPr>
            </a:pPr>
            <a:r>
              <a:t>RUNTIME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Host agent code</a:t>
            </a:r>
            <a:br/>
            <a:r>
              <a:t>Serverless, any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28016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00E676"/>
                </a:solidFill>
              </a:defRPr>
            </a:pPr>
            <a:r>
              <a:t>IDENTITY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Auth agents &amp; users</a:t>
            </a:r>
            <a:br/>
            <a:r>
              <a:t>Inbound + outbound creds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28016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FF8C00"/>
                </a:solidFill>
              </a:defRPr>
            </a:pPr>
            <a:r>
              <a:t>GATEWAY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Secure tool connectivity</a:t>
            </a:r>
            <a:br/>
            <a:r>
              <a:t>Validate, authorize, audit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MEMORY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Managed persistence</a:t>
            </a:r>
            <a:br/>
            <a:r>
              <a:t>Session + long-term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29184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OBSERVABILITY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Metrics, traces, logs</a:t>
            </a:r>
            <a:br/>
            <a:r>
              <a:t>End-to-end visibility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329184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999999"/>
                </a:solidFill>
              </a:defRPr>
            </a:pPr>
            <a:r>
              <a:t>BUILT-IN</a:t>
            </a:r>
            <a:br/>
            <a:r>
              <a:t>TOOLS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Code interpreter,</a:t>
            </a:r>
            <a:br/>
            <a:r>
              <a:t>browser, etc.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999999"/>
                </a:solidFill>
              </a:defRPr>
            </a:pPr>
            <a:r>
              <a:t>Framework-agnostic: Strands, LangGraph, CrewAI, or custom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Identity: Two-Sided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INBOUND IDENTITY (Who is calling the agent?)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User → 'Prove who you are, what's your scope'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Determines what data the agent can access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OUTBOUND IDENTITY (What credentials does agent use?)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Agent → 'I need scoped credentials for Jira'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Short-lived, narrowly scoped, per-request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WRONG: Agent has admin access, prompt determines scope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RIGHT: Agent credentials scoped to caller's permissions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Even if model tries to access other data,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the credentials WON'T ALLOW 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Security Boundaries (5 Layers)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1. USER BOUNDARY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Engineer authenticated before agent invoked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2. CUSTOMER BOUNDARY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Every tool call filtered to customer scope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3. MODEL BOUNDARY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User input and docs are DATA, not instructions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4. ACTION BOUNDARY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Reads: agent can do (within scope)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Writes: REQUIRE human approval + separate workflow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5. TELEMETRY BOUNDARY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Logs capture events without storing secrets/PII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Production Readiness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IDENTITY: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□ Inbound auth configured (who can invoke?)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□ Outbound credentials scoped (minimum access)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TOOLS: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□ Typed schema, validation, timeouts, rate limits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□ Write tools require approval workflow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MEMORY: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□ Retention policy, deletion process, no secrets stored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OBSERVABILITY: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□ End-to-end traces, cost tracking, error alerts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SAFETY: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□ Max steps/tokens/time, graceful failure, escalation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1.  AgentCore bridges demo → production for AI agents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2.  Framework-agnostic: bring Strands, LangGraph, CrewAI, or custom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3.  Identity is two-sided: who calls agent AND what agent can access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4.  Gateway centralizes tool access with auth, rate limits, audit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5.  AgentCore provides INFRASTRUCTURE, not safety — you own security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6.  Observability is non-negotiable for production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