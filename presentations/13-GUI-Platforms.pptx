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GUI Platforms for AI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No-Code / Low-Code AI Building</a:t>
            </a:r>
            <a:br/>
            <a:r>
              <a:t>Drag, drop, connect, deploy — anyone can build AI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Problem: Not Everyone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Building AI agents requires Python, frameworks, infrastructure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But many people have domain expertise without coding: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Business analysts who understand workflows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Operations managers who know processes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Product teams who want rapid prototypes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GUI PLATFORMS let you: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Drag 'LLM' block → Connect to 'Tool' block →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Configure → Test → Deploy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Hours instead of weeks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Anyone instead of only developers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Major GUI AI Platforms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Amazon Q</a:t>
            </a:r>
            <a:br/>
            <a:r>
              <a:t>Apps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Enterprise AI apps</a:t>
            </a:r>
            <a:br/>
            <a:r>
              <a:t>AWS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Step Functions</a:t>
            </a:r>
            <a:br/>
            <a:r>
              <a:t>+ Bedrock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Visual workflows</a:t>
            </a:r>
            <a:br/>
            <a:r>
              <a:t>with AI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Copilot</a:t>
            </a:r>
            <a:br/>
            <a:r>
              <a:t>Studio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Microsoft 365</a:t>
            </a:r>
            <a:br/>
            <a:r>
              <a:t>copilot builder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Flowise /</a:t>
            </a:r>
            <a:br/>
            <a:r>
              <a:t>Langflow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Open source</a:t>
            </a:r>
            <a:br/>
            <a:r>
              <a:t>visual LangChain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Dify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Open source</a:t>
            </a:r>
            <a:br/>
            <a:r>
              <a:t>LLM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999999"/>
                </a:solidFill>
              </a:defRPr>
            </a:pPr>
            <a:r>
              <a:t>n8n / Make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Workflow automation</a:t>
            </a:r>
            <a:br/>
            <a:r>
              <a:t>with AI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999999"/>
                </a:solidFill>
              </a:defRPr>
            </a:pPr>
            <a:r>
              <a:t>From enterprise managed to open-source self-hosted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When to Use GUI vs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USE GUI WHEN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Prototyping and exploring ideas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Simple, well-defined workflows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Non-developers need to build/modify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Standard patterns (RAG, chatbot)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Internal tools with limited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USE CODE WHEN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Production + high reliability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Complex custom logic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Need full testing + CI/CD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Performance-critical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Custom security/compliance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Security: Easy Can Be Dangerous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GUI makes building EASY. Easy can be DANGEROUS.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1. CONNECTOR PERMISSIONS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Don't give AI app admin access to all of Jira!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Scope: specific projects, read-only, per-user auth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2. DATA EXPOSURE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Don't search ALL docs regardless of who's asking!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Permission filters in retrieval step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3. UNTESTED DEPLOYMENTS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'Worked in my test' ≠ production-ready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Staging → evaluation → gradual rollout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GUI doesn't eliminate need for security rigor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GUI platforms democratize AI app building for non-developers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10x faster prototyping with visible, auditable workflows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Complexity ceiling: code handles edge cases better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Security needs are IDENTICAL to coded solutions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Best approach: prototype in GUI, production in code (hybrid)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GUI doesn't eliminate need to understand prompts, RAG, tools,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