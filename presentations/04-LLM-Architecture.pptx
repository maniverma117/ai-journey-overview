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Complete Architecture Deep Dive</a:t>
            </a:r>
            <a:br/>
            <a:r>
              <a:t>How GPT, Claude, Gemini, and Llama Actually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Complete LLM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7828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TEXT</a:t>
            </a:r>
            <a:br/>
            <a:r>
              <a:t>INPUT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Your prompt</a:t>
            </a:r>
            <a:br/>
            <a:r>
              <a:t>'Explain K8s'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09948" y="2331720"/>
            <a:ext cx="39188" cy="36576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94857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TOKEN-</a:t>
            </a:r>
            <a:br/>
            <a:r>
              <a:t>IZER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Split into</a:t>
            </a:r>
            <a:br/>
            <a:r>
              <a:t>subwords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6977" y="2331720"/>
            <a:ext cx="39188" cy="36576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1885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EMBED-</a:t>
            </a:r>
            <a:br/>
            <a:r>
              <a:t>DING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Token ID →</a:t>
            </a:r>
            <a:br/>
            <a:r>
              <a:t>Vector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4005" y="2331720"/>
            <a:ext cx="39188" cy="36576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08914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TRANS-</a:t>
            </a:r>
            <a:br/>
            <a:r>
              <a:t>FORMER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80+ blocks</a:t>
            </a:r>
            <a:br/>
            <a:r>
              <a:t>of attention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31034" y="2331720"/>
            <a:ext cx="39188" cy="36576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5942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OUTPUT</a:t>
            </a:r>
            <a:br/>
            <a:r>
              <a:t>LAYER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Score every</a:t>
            </a:r>
            <a:br/>
            <a:r>
              <a:t>possible token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38062" y="2331720"/>
            <a:ext cx="39188" cy="36576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22971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SAMPLE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Pick next</a:t>
            </a:r>
            <a:br/>
            <a:r>
              <a:t>token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Tokenization: BPE (Byte Pair Encoding)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LLMs don't read words — they read TOKENS (subword pieces)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~100,000 token vocabulary (like LEGO bricks):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'unhappiness' → ['un', 'happiness']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'Kubernetes'  → ['Kuber', 'netes']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'ChatGPT'     → ['Chat', 'G', 'PT']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Why tokenization matters: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Context Window = max TOKENS (not words)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API Cost = per TOKEN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Speed = per TOKEN generated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' Hello' ≠ 'Hello' (space is part of token!)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Embeddings: Words Become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Each token ID maps to a learned vector (4096 dimensions):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'King'  = [0.82, -0.31, 0.94, 0.12, ...]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'Queen' = [0.79, -0.28, 0.91, 0.45, ...]  ← Similar!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'Car'   = [-0.44, 0.88, -0.21, 0.33, ...] ← Different!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Famous: King - Man + Woman ≈ Queen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Embedding table size: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100,000 tokens × 4,096 dims = 409,600,000 parameters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(400M+ numbers JUST for embeddings!)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Training: Three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PHASE 1: Pre-training (Next Token Prediction)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'The cat sat on the ___' → 'mat'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Trillions of tokens from books, code, web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Learns: grammar, facts, reasoning, code, math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PHASE 2: Supervised Fine-Tuning (SFT)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Thousands of instruction → response pairs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Model learns to FOLLOW instructions (not just continue text)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PHASE 3: RLHF (Reinforcement Learning from Human Feedback)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Humans rank model outputs: A &gt; B &gt; C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Model learns to prefer human-rated-good responses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This makes ChatGPT feel helpful and well-behaved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Sampling: How the Next Token is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Output layer gives probability for EVERY possible token: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'Paris': 0.92, 'Lyon': 0.03, 'a': 0.02, ...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TEMPERATURE controls randomness: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0.0 = Always pick highest (deterministic)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0.7 = Mostly likely tokens (balanced)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1.0 = Sample by probability (creative)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TOP-K: Only consider top K candidates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TOP-P: Consider until cumulative probability reaches P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Low temperature → factual/repeatable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High temperature → creative/varied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Model Sizes: What the Numbers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GPT-2:          1.5 Billion parameters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Llama 3 8B:     8 Billion parameters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GPT-3:          175 Billion parameters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Llama 3 70B:    70 Billion parameters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Llama 3 405B:   405 Billion parameters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What's in those parameters?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Embedding matrix + Attention weights (Q,K,V) per layer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+ Feed-forward weights per layer + Output layer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Storage: 70B × 2 bytes = 140 GB (just weights!)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This is why large models need multiple GPUs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 the Model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❌ 'Searches the internet'   → Uses trained weights only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❌ 'Remembers conversations' → Context re-sent every call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❌ 'Understands meaning'     → Predicts likely next tokens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❌ 'Has opinions'            → Generates probable text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❌ 'Runs code'               → Generates code AS text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❌ 'Learns from your prompts' → Weights fixed at inference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An LLM is a STATISTICAL NEXT-TOKEN PREDICTOR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that is so good at prediction it APPEARS to reason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and understand — but the mechanism is pattern matching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LLM = Transformer + Billions of Parameters + Trillions of training tokens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Generates text ONE token at a time (left to right)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Trained in 3 phases: pre-training → fine-tuning → RLHF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All 'knowledge' lives in billions of weight parameters (just numbers)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The model is STATELESS — doesn't remember between conversations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Temperature/Top-P control randomness, NOT correctness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