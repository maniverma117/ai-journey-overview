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MCP — 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The Universal Connector for AI Tools</a:t>
            </a:r>
            <a:br/>
            <a:r>
              <a:t>Build once, use from any AI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Problem: Integration Chaos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5 AI apps × 6 tools = 30 custom integrations!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Each integration has its own: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Authentication logic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Data format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Error handling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Schema definition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Add a new tool → N more integrations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Add a new app → M more integrations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MCP is like USB for AI tools: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Before USB: every device had a different cable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After USB: one standard, any device, any computer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HOST</a:t>
            </a:r>
            <a:br/>
            <a:r>
              <a:t>(AI App)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ChatGPT, Claude,</a:t>
            </a:r>
            <a:br/>
            <a:r>
              <a:t>your custom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CLIENT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Connection manager</a:t>
            </a:r>
            <a:br/>
            <a:r>
              <a:t>(inside the host)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SERVER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Wraps external system</a:t>
            </a:r>
            <a:br/>
            <a:r>
              <a:t>exposes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TOOLS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Executable functions</a:t>
            </a:r>
            <a:br/>
            <a:r>
              <a:t>model can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RESOURCES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Data/context the</a:t>
            </a:r>
            <a:br/>
            <a:r>
              <a:t>server provides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4444"/>
                </a:solidFill>
              </a:defRPr>
            </a:pPr>
            <a:r>
              <a:t>PROMPTS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Reusable templates</a:t>
            </a:r>
            <a:br/>
            <a:r>
              <a:t>for common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999999"/>
                </a:solidFill>
              </a:defRPr>
            </a:pPr>
            <a:r>
              <a:t>Protocol: JSON-RPC 2.0 | Transport: stdio (local) or HTTP (remote)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MCP Protocol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INITIALIZE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Client ↔ Server</a:t>
            </a:r>
            <a:br/>
            <a:r>
              <a:t>exchange caps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67000" y="2331720"/>
            <a:ext cx="60959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7368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DISCOVER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tools/list</a:t>
            </a:r>
            <a:br/>
            <a:r>
              <a:t>resources/list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31080" y="2331720"/>
            <a:ext cx="60959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CALL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tools/call with</a:t>
            </a:r>
            <a:br/>
            <a:r>
              <a:t>arguments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95160" y="2331720"/>
            <a:ext cx="60959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0184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EXECUTE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Server runs</a:t>
            </a:r>
            <a:br/>
            <a:r>
              <a:t>logic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9240" y="2331720"/>
            <a:ext cx="60959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6592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RETURN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Result back</a:t>
            </a:r>
            <a:br/>
            <a:r>
              <a:t>to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vs Direct Tool Calling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DIRECT TOOL CALLING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Tools defined inside YOUR app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One app, custom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Good for: single app, few tools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Simple, no extra protocol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Tight coupling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MCP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Tools in external SERVERS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Many apps, reusable servers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Good for: multi-app, shared tools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Standard discovery &amp; protocol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Loose coupling, interoperable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Security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MCP doesn't make unsafe tools safe!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1. TRUST BOUNDARIES — MCP servers are external code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Only use allowlisted, reviewed servers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2. TOOL DESCRIPTION INJECTION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Malicious server could inject instructions via descriptions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3. OVER-BROAD PERMISSIONS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Scope server access: per-user, per-project, read-only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4. CREDENTIAL MANAGEMENT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Per-user delegation, short-lived tokens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Never hardcode API keys in servers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MCP standardizes AI-tool integration — build server once, use from any app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Three capabilities: Tools (actions), Resources (data), Prompts (templates)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Transport: local (stdio) or remote (HTTP)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Security is YOUR responsibility — MCP doesn't make unsafe tools safe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Always scope permissions narrowly — per-user, per-project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Tool descriptions are attack surface (prompt injection risk)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