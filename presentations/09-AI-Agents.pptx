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Autonomous Problem-Solving Loops</a:t>
            </a:r>
            <a:br/>
            <a:r>
              <a:t>Give the model a GOAL, let it figure out the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From Tool Calling to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TOOL CALLING: Human asks → Model calls ONE tool → Done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AGENT: Human sets GOAL → Model LOOPS: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1. THINK — 'What should I do next?'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2. ACT — Call a tool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3. OBSERVE — See the result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4. REPEAT — Until goal achieved or give up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KEY DIFFERENCE: Who controls the loop?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Tool calling: HUMAN controls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Agent: MODEL controls (autonomous decisions)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model decides what tools, in what order, when to stop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Agent Loop (ReAct Pattern)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GOAL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User sets</a:t>
            </a:r>
            <a:br/>
            <a:r>
              <a:t>objective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67000" y="2331720"/>
            <a:ext cx="60959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368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THINK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Reason about</a:t>
            </a:r>
            <a:br/>
            <a:r>
              <a:t>next step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31080" y="2331720"/>
            <a:ext cx="60959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ACT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Call a tool</a:t>
            </a:r>
            <a:br/>
            <a:r>
              <a:t>or function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5160" y="2331720"/>
            <a:ext cx="60959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0184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OBSERVE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See the</a:t>
            </a:r>
            <a:br/>
            <a:r>
              <a:t>result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9240" y="2331720"/>
            <a:ext cx="60959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6592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DECIDE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Done?</a:t>
            </a:r>
            <a:br/>
            <a:r>
              <a:t>or loop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Real Example: Incident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GOAL: 'Why is our API returning errors?'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Step 1: THINK → 'Check service health'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ACT → get_service_health('order-service')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OBSERVE → {error_rate: 23%, status: 'degraded'}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Step 2: THINK → '23% errors! Check what errors'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ACT → get_error_logs('order-service')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OBSERVE → {top_error: 'ConnectionTimeout to payment-svc'}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Step 3: THINK → 'Payment service is the problem'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ACT → get_service_health('payment-service')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OBSERVE → {pods: '0/3', event: 'ImagePullBackOff'}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ANSWER: 'ECR credentials expired → payment pods can't start'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Agent Safety: Guardrails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Without guardrails, agents can: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Loop forever (repeating same tool calls)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Scope creep (start 'fixing' unrelated things)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Hallucinate actions (call non-existent tools)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Draw wrong conclusions (correlation ≠ causation)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Explode costs (50 LLM calls × 100K tokens = $$$)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REQUIRED GUARDRAILS: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Maximum step count (e.g., 10 steps max)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Token/cost budget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Time limit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Permission checks on EVERY tool call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Human approval for write/destructive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When to Use Agents vs Workflows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USE AN AGENT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Steps are dynamic (unknown in advance)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Requires reasoning about results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Investigation/research tasks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Path depends on what's discovered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Multiple possible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USE A WORKFLOW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Steps are known and fixed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Need deterministic execution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Compliance requires predictability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Failures are catastrophic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Simple sequence of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Agent = LLM + Loop (think → act → observe → repeat)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The model controls the flow — decides next actions autonomously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Agents excel at investigation and dynamic multi-step reasoning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Without guardrails: infinite loops, hallucinations, cost explosions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Use agents only when steps are truly dynamic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Use deterministic workflows for fixed, known sequences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