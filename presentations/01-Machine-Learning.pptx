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Teaching Machines to Learn from Data</a:t>
            </a:r>
            <a:br/>
            <a:r>
              <a:t>The foundation of all modern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Problem: Rule-Based Systems Don't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Before ML: Humans wrote explicit rules (IF/THEN)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Spam filter example: 1000+ rules, still breaks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Spammers change wording: 'Fr33 M0ney'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Edge cases are infinite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Rules need constant manual updates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FUNDAMENTAL LIMITATION: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 human must anticipate every possible scenario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The world is too complex for manual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Revolutionary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Instead of writing rules... show the computer EXAMPLES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Traditional Programming: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Rules + Data → Answer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Machine Learning: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Data + Answers → Rules (learned automatically)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The computer DISCOVERS patterns from data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instead of being programmed with explicit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Machine Learning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87828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COLLECT</a:t>
            </a:r>
            <a:br/>
            <a:r>
              <a:t>DATA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Features +</a:t>
            </a:r>
            <a:br/>
            <a:r>
              <a:t>Labels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09948" y="2331720"/>
            <a:ext cx="39188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94857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CHOOSE</a:t>
            </a:r>
            <a:br/>
            <a:r>
              <a:t>MODEL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Formula with</a:t>
            </a:r>
            <a:br/>
            <a:r>
              <a:t>random weights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6977" y="2331720"/>
            <a:ext cx="39188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1885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PREDICT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Apply formula</a:t>
            </a:r>
            <a:br/>
            <a:r>
              <a:t>to input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4005" y="2331720"/>
            <a:ext cx="39188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08914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MEASURE</a:t>
            </a:r>
            <a:br/>
            <a:r>
              <a:t>ERROR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How wrong</a:t>
            </a:r>
            <a:br/>
            <a:r>
              <a:t>was it?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31034" y="2331720"/>
            <a:ext cx="39188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5942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ADJUST</a:t>
            </a:r>
            <a:br/>
            <a:r>
              <a:t>WEIGHTS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Gradient</a:t>
            </a:r>
            <a:br/>
            <a:r>
              <a:t>descent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38062" y="2331720"/>
            <a:ext cx="39188" cy="36576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22971" y="1828800"/>
            <a:ext cx="167640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REPEAT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Millions of</a:t>
            </a:r>
            <a:br/>
            <a:r>
              <a:t>times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Training vs Inference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TRAINING (Learning)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Lots of labeled data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Random weights → Good weights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Computationally expensive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Takes hours/days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Done once (or periodically)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INFERENCE (Using)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New input data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Trained weights → Prediction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Fast and cheap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Takes milliseconds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Done millions of times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Types of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SUPERVISED LEARNING — Examples with answers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Input + Correct Answer → Learn mapping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Examples: Spam detection, price prediction, classification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UNSUPERVISED LEARNING — Data without answers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Find patterns and groups automatically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Examples: Customer segmentation, anomaly detection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REINFORCEMENT LEARNING — Trial and error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Action → Reward/Punishment → Learn strategy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Examples: Game AI (AlphaGo), robotics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What's Inside a Trained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 trained model is just a FILE FULL OF NUMBERS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W1 = 8.14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W2 = -2.76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W3 = 4.81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Bias = 0.33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These 'weights' encode the learned patterns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No English, no rules, no intelligence — just numbers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That when combined with inputs using math → accurate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Limitation → Leads to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ML works great for SIMPLE patterns (4-50 features)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But what about IMAGES? (10,000+ pixel values)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 human must define WHAT features to extract: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Edge count, color distribution, texture...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This is called 'Feature Engineering'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PROBLEM: Human decides what's important BEFORE learning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What if humans pick wrong features?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• What if important features are non-obvious?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NEXT: What if the model discovers features BY ITSELF?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ML learns patterns from examples instead of following programmed rules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A trained model is just a file of numbers (weights/parameters)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Training = adjusting weights millions of times until predictions match reality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Inference = using fixed weights to predict on new data (fast &amp; cheap)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The big limitation: humans must define what features to look at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This limitation led directly to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